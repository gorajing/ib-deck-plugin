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28600"/>
            <a:ext cx="914400" cy="457200"/>
          </a:xfrm>
          <a:prstGeom prst="rect">
            <a:avLst/>
          </a:prstGeom>
          <a:noFill/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>
              <a:defRPr sz="900" b="1">
                <a:solidFill>
                  <a:srgbClr val="1B365D"/>
                </a:solidFill>
              </a:defRPr>
            </a:pPr>
            <a:r>
              <a:t>Advisory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C00000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20" y="6355080"/>
            <a:ext cx="2011680" cy="2743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Investment Banking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355080"/>
            <a:ext cx="365760" cy="274320"/>
          </a:xfrm>
          <a:prstGeom prst="rect">
            <a:avLst/>
          </a:prstGeom>
          <a:solidFill>
            <a:srgbClr val="A7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355080"/>
            <a:ext cx="6400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058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B365D"/>
                </a:solidFill>
                <a:latin typeface="Calibri"/>
              </a:defRPr>
            </a:pPr>
            <a:r>
              <a:t>Addus Has Delivered Consistent Revenue Growth with Expanding Profitability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84248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Historical Financial Summary ($ in thousands)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423160"/>
          <a:ext cx="1127729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79243"/>
                <a:gridCol w="2179243"/>
                <a:gridCol w="2179243"/>
                <a:gridCol w="2179243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FY2023A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FY2024A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FY2025A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3Y CAGR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1,058,651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1,154,599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1,422,530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  %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11.3%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23.2%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339,876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375,021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461,874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16.6%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  %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32.1%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105,082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116,221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155,027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  <a:latin typeface="Calibri"/>
                        </a:defRPr>
                      </a:pPr>
                      <a:r>
                        <a:t>21.4%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  %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  <a:r>
                        <a:t>10.9%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Net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62,516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73,598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95,910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23.8%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Diluted 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$3.83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$4.23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$5.22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F1F1F"/>
                          </a:solidFill>
                          <a:latin typeface="Calibri"/>
                        </a:defRPr>
                      </a:pPr>
                      <a: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080760"/>
            <a:ext cx="100584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Source: SEC EDGAR. ADUS FY2025 10-K filed February 24,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